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19625"/>
            <a:ext cx="2743200" cy="21018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MovieMagic: The Streaming Aspect for Cinematography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Presented By: </a:t>
            </a:r>
            <a:endParaRPr lang="en-US" altLang="en-US"/>
          </a:p>
          <a:p>
            <a:r>
              <a:rPr lang="en-US" altLang="en-US"/>
              <a:t>Rusha Manandhar</a:t>
            </a:r>
            <a:endParaRPr lang="en-US" altLang="en-US"/>
          </a:p>
          <a:p>
            <a:r>
              <a:rPr lang="en-US" altLang="en-US"/>
              <a:t>BCA 6</a:t>
            </a:r>
            <a:r>
              <a:rPr lang="en-US" altLang="en-US" baseline="30000"/>
              <a:t>th  </a:t>
            </a:r>
            <a:r>
              <a:rPr lang="en-US" altLang="en-US"/>
              <a:t>Semester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The rise of online streaming platforms has revolutionized entertainment.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MovieMagic aims to provide a dynamic and user-friendly movie streaming experience.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Key features: personalized recommendations, multilingual support, optimized search, and offline viewing.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Premium feature: AI chatbot for mood-based recommendations.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Content overload leads to decision fatigue for users.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Lack of mood-based recommendations in existing platforms.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Inadequate multilingual support &amp; subtitle accuracy.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Limited offline viewing options.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Need for interactive assistance in content discovery.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To Develop AI chatbot for personalized, mood-based recommendations.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To </a:t>
            </a:r>
            <a:r>
              <a:rPr lang="en-US" altLang="en-US"/>
              <a:t>Enhance multilingual support with accurate subtitles.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To </a:t>
            </a:r>
            <a:r>
              <a:rPr lang="en-US" altLang="en-US"/>
              <a:t>Enable offline viewing for better accessibility.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To </a:t>
            </a:r>
            <a:r>
              <a:rPr lang="en-US" altLang="en-US"/>
              <a:t>Optimize search functionality for easy content discovery.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To </a:t>
            </a:r>
            <a:r>
              <a:rPr lang="en-US" altLang="en-US"/>
              <a:t>Improve user engagement with interactive features.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Methodology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Agile Methodology chosen for flexibility and iterative development.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340" y="2553970"/>
            <a:ext cx="7472680" cy="34194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Use-Case Diagram</a:t>
            </a:r>
            <a:endParaRPr lang="en-US" altLang="en-US"/>
          </a:p>
        </p:txBody>
      </p:sp>
      <p:pic>
        <p:nvPicPr>
          <p:cNvPr id="4" name="Content Placeholder 3" descr="UseCase Diagram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09850" y="1825625"/>
            <a:ext cx="6780530" cy="43516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Flow Chart</a:t>
            </a:r>
            <a:endParaRPr lang="en-US" altLang="en-US"/>
          </a:p>
        </p:txBody>
      </p:sp>
      <p:pic>
        <p:nvPicPr>
          <p:cNvPr id="4" name="Content Placeholder 3" descr="FlowChart Diagram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33625" y="1825625"/>
            <a:ext cx="7626350" cy="43516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Algorithm Usage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Collaborative Filtering: Personalized recommendations.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NLP Chatbot: Mood-based suggestions.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Search Optimization: Elasticsearch for quick searches.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DASH Streaming: Adaptive video quality.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Gantt Chart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52370" y="2138680"/>
            <a:ext cx="7286625" cy="37242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Expected Outcomes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A highly personalized and user-friendly streaming platform.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AI chatbot for mood-based recommendations.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Multilingual support to cater to a global audience.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Offline viewing for enhanced accessibility.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Optimized search and content discovery.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372360"/>
            <a:ext cx="10515600" cy="2337435"/>
          </a:xfrm>
        </p:spPr>
        <p:txBody>
          <a:bodyPr/>
          <a:p>
            <a:pPr algn="ctr"/>
            <a:r>
              <a:rPr lang="en-US"/>
              <a:t>THANK YOU</a:t>
            </a:r>
            <a:br>
              <a:rPr lang="en-US"/>
            </a:br>
            <a:r>
              <a:rPr lang="en-US"/>
              <a:t>Any Queries?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WPS Presentation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MovieMagic: The Streaming Aspect for Cinematography</dc:title>
  <dc:creator>rusha</dc:creator>
  <cp:lastModifiedBy>rusha</cp:lastModifiedBy>
  <cp:revision>2</cp:revision>
  <dcterms:created xsi:type="dcterms:W3CDTF">2025-03-07T15:42:21Z</dcterms:created>
  <dcterms:modified xsi:type="dcterms:W3CDTF">2025-03-07T15:57:48Z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6D3DF196F8EC4205A9577583E507E040_11</vt:lpwstr>
  </property>
  <property fmtid="{D5CDD505-2E9C-101B-9397-08002B2CF9AE}" pid="3" name="KSOProductBuildVer">
    <vt:lpwstr>1033-12.2.0.20323</vt:lpwstr>
  </property>
</Properties>
</file>