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19625"/>
            <a:ext cx="2743200" cy="21018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MovieMagic: The Streaming Aspect for Cinematography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Presented By: </a:t>
            </a:r>
            <a:endParaRPr lang="en-US" altLang="en-US"/>
          </a:p>
          <a:p>
            <a:r>
              <a:rPr lang="en-US" altLang="en-US"/>
              <a:t>Rusha Manandhar</a:t>
            </a:r>
            <a:endParaRPr lang="en-US" altLang="en-US"/>
          </a:p>
          <a:p>
            <a:r>
              <a:rPr lang="en-US" altLang="en-US"/>
              <a:t>BCA 6</a:t>
            </a:r>
            <a:r>
              <a:rPr lang="en-US" altLang="en-US" baseline="30000"/>
              <a:t>th  </a:t>
            </a:r>
            <a:r>
              <a:rPr lang="en-US" altLang="en-US"/>
              <a:t>Semester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The rise of online streaming platforms has revolutionized entertainment.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MovieMagic aims to provide a dynamic and user-friendly movie streaming experience.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Aim: To create a basic movie streaming platform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Focus on content discovery, streaming, and user engagement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Problem Statement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Too many options online make it hard to choose what to watch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Free platforms lack smart suggestions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Users miss relevant and trending content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 need for a simple, engaging movie streaming solution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To create a website for streaming movies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Help users find interesting content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Show popular movies and suggest based on genres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Methodology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Picture 3" descr="sdlc_waterfall_mod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25625"/>
            <a:ext cx="105162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Use-Case Diagram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Picture 5" descr="USECAS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18915" y="1900555"/>
            <a:ext cx="4152900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Architectural Design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Picture 6" descr="ArchitecturalDesig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8500" y="1825625"/>
            <a:ext cx="58604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Algorithm Usage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Collaborative Filtering: Personalized recommendations.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Future Work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/>
              <a:t>API Integration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Algorithm Implimentation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372360"/>
            <a:ext cx="10515600" cy="2337435"/>
          </a:xfrm>
        </p:spPr>
        <p:txBody>
          <a:bodyPr/>
          <a:p>
            <a:pPr algn="ctr"/>
            <a:r>
              <a:rPr lang="en-US"/>
              <a:t>THANK YOU</a:t>
            </a:r>
            <a:br>
              <a:rPr lang="en-US"/>
            </a:br>
            <a:r>
              <a:rPr lang="en-US"/>
              <a:t>Any Queries?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</Words>
  <Application>WPS Slides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MovieMagic: The Streaming Aspect for Cinematography</vt:lpstr>
      <vt:lpstr>Introduction</vt:lpstr>
      <vt:lpstr>Problem Statement</vt:lpstr>
      <vt:lpstr>Objectives</vt:lpstr>
      <vt:lpstr>Methodology</vt:lpstr>
      <vt:lpstr>Use-Case Diagram</vt:lpstr>
      <vt:lpstr>Flow Chart</vt:lpstr>
      <vt:lpstr>Algorithm Usage</vt:lpstr>
      <vt:lpstr>Gantt Chart</vt:lpstr>
      <vt:lpstr>THANK YOU Any Queries?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MovieMagic: The Streaming Aspect for Cinematography</dc:title>
  <dc:creator>rusha</dc:creator>
  <cp:lastModifiedBy>Rusha Manandhar</cp:lastModifiedBy>
  <cp:revision>3</cp:revision>
  <dcterms:created xsi:type="dcterms:W3CDTF">2025-03-07T15:42:00Z</dcterms:created>
  <dcterms:modified xsi:type="dcterms:W3CDTF">2025-04-18T17:54:12Z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6D3DF196F8EC4205A9577583E507E040_11</vt:lpwstr>
  </property>
  <property fmtid="{D5CDD505-2E9C-101B-9397-08002B2CF9AE}" pid="3" name="KSOProductBuildVer">
    <vt:lpwstr>1033-12.2.0.20795</vt:lpwstr>
  </property>
</Properties>
</file>