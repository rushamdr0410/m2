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MovieMagic: The Streaming Aspect of Cinematgraphy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Rusha Manandhar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17</a:t>
            </a:r>
            <a:r>
              <a:rPr lang="en-US" baseline="30000">
                <a:latin typeface="Times New Roman" panose="02020603050405020304" charset="0"/>
                <a:cs typeface="Times New Roman" panose="02020603050405020304" charset="0"/>
              </a:rPr>
              <a:t>th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 May, 2025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MovieMagic is a smart movie streaming platform that simplifies content discovery through personalized recommendations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uses a hybrid recommendation system combining content-based and collaborative filtering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Includes location-based trending to suggest popular movies in the user’s area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Fetches real-time movie data from TMDb to ensure accuracy and freshness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Streaming platforms host thousands of titles, yet users often struggle to find what truly interests them.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Recommendation engines either rely only on viewing history or only on global popularity, ignoring local trends and individual taste nuances.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just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Search functionality on many platforms is slow, unclear, or overloaded.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provide users with movie and TV show recommendations based on what they like and watch.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integrate location-based trending movies so users can discover popular films in their area.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offer a simple and fast search system that helps users find movies quickly.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use real-time data from reliable sources to keep movie information accurate and up-to-date.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Technologies Used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Frontend: HTML, CSS, JavaScript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Backend: PHP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Database: MySQL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Use-Case Diagram</a:t>
            </a:r>
            <a:endParaRPr lang="en-US"/>
          </a:p>
        </p:txBody>
      </p:sp>
      <p:pic>
        <p:nvPicPr>
          <p:cNvPr id="4" name="Content Placeholder 3" descr="USECAS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19245" y="1825625"/>
            <a:ext cx="39522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Recommendation System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Content-Based Filtering: Suggests similar movies based on genre, language, actors, etc.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Collaborative Filtering: Suggests based on user behavior and preferences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Algorithm: Cosine similarity and user ratings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Demo Video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bandicam 2025-05-08 11-25-08-315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10515600" cy="4351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Future Enhancements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Create a dedicated Android and iOS application for wider reach.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Allow users to download movies for offline viewing.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Offer tiered plans with added benefits like early access or ad-free content.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Allow sharing watchlists and reviews on platforms like Instagram or Twitter.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MovieMagic addresses modern streaming demands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Combines personalization, accessibility, and interactivity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step toward user-centric digital cinematography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6955"/>
          </a:xfrm>
        </p:spPr>
        <p:txBody>
          <a:bodyPr/>
          <a:p>
            <a:pPr algn="ctr"/>
            <a:r>
              <a:rPr lang="en-US"/>
              <a:t>THANK YOU</a:t>
            </a:r>
            <a:br>
              <a:rPr lang="en-US"/>
            </a:br>
            <a:r>
              <a:rPr lang="en-US"/>
              <a:t>ANY QUERIES?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WPS Slides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MovieMagic: The Streaming Aspect of Cinematgraphy</dc:title>
  <dc:creator>rusha</dc:creator>
  <cp:lastModifiedBy>Rusha Manandhar</cp:lastModifiedBy>
  <cp:revision>1</cp:revision>
  <dcterms:created xsi:type="dcterms:W3CDTF">2025-05-16T21:01:05Z</dcterms:created>
  <dcterms:modified xsi:type="dcterms:W3CDTF">2025-05-16T21:01:05Z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FD7A4E8E146F41A7A0B4F99DF746B18C_11</vt:lpwstr>
  </property>
  <property fmtid="{D5CDD505-2E9C-101B-9397-08002B2CF9AE}" pid="3" name="KSOProductBuildVer">
    <vt:lpwstr>1033-12.2.0.20795</vt:lpwstr>
  </property>
</Properties>
</file>