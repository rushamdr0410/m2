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57" r:id="rId5"/>
    <p:sldId id="265" r:id="rId6"/>
    <p:sldId id="258" r:id="rId7"/>
    <p:sldId id="269" r:id="rId8"/>
    <p:sldId id="260" r:id="rId9"/>
    <p:sldId id="259" r:id="rId10"/>
    <p:sldId id="261" r:id="rId11"/>
    <p:sldId id="264" r:id="rId12"/>
    <p:sldId id="262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1" autoAdjust="0"/>
    <p:restoredTop sz="94660"/>
  </p:normalViewPr>
  <p:slideViewPr>
    <p:cSldViewPr snapToGrid="0">
      <p:cViewPr varScale="1">
        <p:scale>
          <a:sx n="70" d="100"/>
          <a:sy n="70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MovieMagic: The Streaming Aspect of Cinematgraphy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Presented By: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Rusha Manandhar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6-2-551-178-2021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15</a:t>
            </a:r>
            <a:r>
              <a:rPr lang="en-US" baseline="30000" dirty="0">
                <a:latin typeface="Times New Roman" panose="02020603050405020304" charset="0"/>
                <a:cs typeface="Times New Roman" panose="02020603050405020304" charset="0"/>
              </a:rPr>
              <a:t>th</a:t>
            </a:r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  <a:cs typeface="Times New Roman" panose="02020603050405020304" charset="0"/>
              </a:rPr>
              <a:t>Shrawan</a:t>
            </a:r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, 2082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MovieMagic is a smart movie streaming platform that simplifies content discovery through personalized recommendations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It uses a hybrid recommendation system combining content-based and collaborative filtering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Includes location-based trending to suggest popular movies in the user’s area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Fetches real-time movie data from TMDb to ensure accuracy and freshness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Problem Statement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Streaming platforms host thousands of titles, yet users often struggle to find what truly interests them.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Recommendation engines either rely only on viewing history or only on global popularity, ignoring local trends and individual tastes.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Objectives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</a:pPr>
            <a:r>
              <a:rPr lang="en-US" sz="2800" dirty="0">
                <a:effectLst/>
                <a:latin typeface="Times New Roman" panose="02020603050405020304" charset="0"/>
              </a:rPr>
              <a:t>To develop a movie streaming platform that suggests movies to users by analyzing their watch history and reviews using a combination of content-based and collaborative filtering techniques.</a:t>
            </a:r>
            <a:endParaRPr lang="en-US" sz="2800" dirty="0">
              <a:effectLst/>
              <a:latin typeface="Times New Roman" panose="02020603050405020304" charset="0"/>
            </a:endParaRPr>
          </a:p>
          <a:p>
            <a:pPr marL="0" marR="0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</a:pPr>
            <a:r>
              <a:rPr lang="en-US" sz="2800" dirty="0">
                <a:effectLst/>
                <a:latin typeface="Times New Roman" panose="02020603050405020304" charset="0"/>
              </a:rPr>
              <a:t>To use the Haversine formula to add location-based features so users can find popular movies that people are watching near them.</a:t>
            </a:r>
            <a:endParaRPr lang="en-US" sz="2800" dirty="0">
              <a:effectLst/>
              <a:latin typeface="Times New Roman" panose="02020603050405020304" charset="0"/>
            </a:endParaRPr>
          </a:p>
          <a:p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Methodology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Content Placeholder 7" descr="A diagram of a system&#10;&#10;AI-generated content may be incorrect.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690688"/>
            <a:ext cx="10515599" cy="4259736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Use-Case Diagram</a:t>
            </a:r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Content Placeholder 7" descr="A screen shot of a cell phone&#10;&#10;AI-generated content may be incorrect.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7720" y="1825625"/>
            <a:ext cx="4036560" cy="4351338"/>
          </a:xfr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Technologies Used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Frontend: HTML, CSS, JavaScript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Backend: PHP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Database: MySQL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Algorithm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Content-Based Filtering: Suggests similar movies based on genre, language, actors, etc.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score = 0.7 × (vote_average / 10)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Collaborative Filtering: Suggests based on user behavior and preferences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score = 0.3 × (avg_rating / 5)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Algorithm: Cosine similarity and user ratings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charset="0"/>
                <a:cs typeface="Times New Roman" panose="02020603050405020304" charset="0"/>
              </a:rPr>
              <a:t>MovieMagic delivers a secure, reliable, and user-friendly streaming experience with features like authentication, personalized recommendations, optimized search, and strong data protection—ensuring both performance and future scalability.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1" algn="r"/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 Video</a:t>
            </a:r>
            <a:endParaRPr lang="en-US"/>
          </a:p>
        </p:txBody>
      </p:sp>
      <p:pic>
        <p:nvPicPr>
          <p:cNvPr id="6" name="bandicam 2025-07-29 23-02-53-028">
            <a:hlinkClick r:id="" action="ppaction://media"/>
          </p:cNvPr>
          <p:cNvPicPr>
            <a:picLocks noGrp="1" noChangeAspect="1"/>
          </p:cNvPicPr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8763" y="1825625"/>
            <a:ext cx="9132887" cy="4351338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8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16955"/>
          </a:xfrm>
        </p:spPr>
        <p:txBody>
          <a:bodyPr/>
          <a:lstStyle/>
          <a:p>
            <a:pPr algn="ctr"/>
            <a:r>
              <a:rPr lang="en-US"/>
              <a:t>THANK YOU</a:t>
            </a:r>
            <a:br>
              <a:rPr lang="en-US"/>
            </a:br>
            <a:r>
              <a:rPr lang="en-US"/>
              <a:t>ANY QUERIES? </a:t>
            </a:r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1729</Words>
  <Application>WPS Presentation</Application>
  <PresentationFormat>Widescreen</PresentationFormat>
  <Paragraphs>77</Paragraphs>
  <Slides>11</Slides>
  <Notes>12</Notes>
  <HiddenSlides>0</HiddenSlides>
  <MMClips>1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Times New Roman</vt:lpstr>
      <vt:lpstr>Microsoft YaHei</vt:lpstr>
      <vt:lpstr>Arial Unicode MS</vt:lpstr>
      <vt:lpstr>Calibri Light</vt:lpstr>
      <vt:lpstr>Calibri</vt:lpstr>
      <vt:lpstr>Office Theme</vt:lpstr>
      <vt:lpstr>MovieMagic: The Streaming Aspect of Cinematgraphy</vt:lpstr>
      <vt:lpstr>Introduction</vt:lpstr>
      <vt:lpstr>Problem Statement</vt:lpstr>
      <vt:lpstr>Objectives</vt:lpstr>
      <vt:lpstr>Methodology</vt:lpstr>
      <vt:lpstr>Use-Case Diagram</vt:lpstr>
      <vt:lpstr>Technologies Used</vt:lpstr>
      <vt:lpstr>Recommendation System</vt:lpstr>
      <vt:lpstr>Conclusion</vt:lpstr>
      <vt:lpstr>Demo Video</vt:lpstr>
      <vt:lpstr>THANK YOU ANY QUERIES?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MovieMagic: The Streaming Aspect of Cinematgraphy</dc:title>
  <dc:creator>rusha</dc:creator>
  <cp:lastModifiedBy>Rusha Manandhar</cp:lastModifiedBy>
  <cp:revision>9</cp:revision>
  <dcterms:created xsi:type="dcterms:W3CDTF">2025-05-16T21:01:00Z</dcterms:created>
  <dcterms:modified xsi:type="dcterms:W3CDTF">2025-07-30T16:22:19Z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FD7A4E8E146F41A7A0B4F99DF746B18C_11</vt:lpwstr>
  </property>
  <property fmtid="{D5CDD505-2E9C-101B-9397-08002B2CF9AE}" pid="3" name="KSOProductBuildVer">
    <vt:lpwstr>1033-12.2.0.21931</vt:lpwstr>
  </property>
</Properties>
</file>