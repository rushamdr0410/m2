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16"/>
  </p:handoutMasterIdLst>
  <p:sldIdLst>
    <p:sldId id="256" r:id="rId3"/>
    <p:sldId id="257" r:id="rId5"/>
    <p:sldId id="265" r:id="rId6"/>
    <p:sldId id="258" r:id="rId7"/>
    <p:sldId id="269" r:id="rId8"/>
    <p:sldId id="260" r:id="rId9"/>
    <p:sldId id="259" r:id="rId10"/>
    <p:sldId id="261" r:id="rId11"/>
    <p:sldId id="262" r:id="rId12"/>
    <p:sldId id="263" r:id="rId13"/>
    <p:sldId id="264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>
      <p:cViewPr varScale="1">
        <p:scale>
          <a:sx n="53" d="100"/>
          <a:sy n="53" d="100"/>
        </p:scale>
        <p:origin x="18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handoutMaster" Target="handoutMasters/handoutMaster1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6C064A-D61B-4B21-B757-51A9B82445B8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305E07-67EA-4042-A3F6-853A8AD8D20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MovieMagic: The Streaming Aspect of Cinematgraphy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Presented By: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Rusha Manandhar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17</a:t>
            </a:r>
            <a:r>
              <a:rPr lang="en-US" baseline="30000">
                <a:latin typeface="Times New Roman" panose="02020603050405020304" charset="0"/>
                <a:cs typeface="Times New Roman" panose="02020603050405020304" charset="0"/>
              </a:rPr>
              <a:t>th</a:t>
            </a:r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 May, 2025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Introduction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20000"/>
          </a:bodyPr>
          <a:p>
            <a:pPr algn="just"/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MovieMagic is a smart movie streaming platform that simplifies content discovery through personalized recommendations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algn="just"/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algn="just"/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It uses a hybrid recommendation system combining content-based and collaborative filtering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algn="just"/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algn="just"/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Includes location-based trending to suggest popular movies in the user’s area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algn="just"/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algn="just"/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Fetches real-time movie data from TMDb to ensure accuracy and freshness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z="3200" smtClean="0">
                <a:latin typeface="Times New Roman" panose="02020603050405020304" charset="0"/>
                <a:cs typeface="Times New Roman" panose="02020603050405020304" charset="0"/>
              </a:rPr>
            </a:fld>
            <a:endParaRPr lang="en-US" sz="3200" smtClean="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Problem Statement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algn="just"/>
            <a:r>
              <a:rPr lang="en-US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Streaming platforms host thousands of titles, yet users often struggle to find what truly interests them.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algn="just"/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algn="just"/>
            <a:r>
              <a:rPr lang="en-US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Recommendation engines either rely only on viewing history or only on global popularity, ignoring local trends and individual taste nuances.</a:t>
            </a:r>
            <a:endParaRPr lang="en-US" altLang="en-US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algn="just"/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algn="just"/>
            <a:r>
              <a:rPr lang="en-US" altLang="en-US">
                <a:latin typeface="Times New Roman" panose="02020603050405020304" charset="0"/>
                <a:cs typeface="Times New Roman" panose="02020603050405020304" charset="0"/>
                <a:sym typeface="+mn-ea"/>
              </a:rPr>
              <a:t>Search functionality on many platforms is slow, unclear, or overloaded.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z="3200" smtClean="0">
                <a:latin typeface="Times New Roman" panose="02020603050405020304" charset="0"/>
                <a:cs typeface="Times New Roman" panose="02020603050405020304" charset="0"/>
              </a:rPr>
            </a:fld>
            <a:endParaRPr lang="en-US" sz="3200" smtClean="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Objectives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To provide users with movie and TV show recommendations based on what they like and watch.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To integrate location-based trending movies so users can discover popular films in their area.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To offer a simple and fast search system that helps users find movies quickly.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To use real-time data from reliable sources to keep movie information accurate and up-to-date.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z="3200" smtClean="0">
                <a:latin typeface="Times New Roman" panose="02020603050405020304" charset="0"/>
                <a:cs typeface="Times New Roman" panose="02020603050405020304" charset="0"/>
              </a:rPr>
            </a:fld>
            <a:endParaRPr lang="en-US" sz="3200" smtClean="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Methodology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7" name="Picture 7" descr="https://www.draw.io/?open=G1E7y98-vr-dIPOv_xKlNOeTsmVWm3caGa&amp;local-data=%7B%22type%22%3A%22Drive%22%2C%22id%22%3A%221E7y98-vr-dIPOv_xKlNOeTsmVWm3caGa%22%2C%22lastModifiedDate%22%3A%222022-08-23T14%3A14%3A17.881Z%22%2C%22pageId%22%3A%22RsOrZvT9ffWfLkz8ybGG%22%2C%22layers%22%3A%5B0%5D%7D"/>
          <p:cNvPicPr>
            <a:picLocks noChangeAspect="1"/>
          </p:cNvPicPr>
          <p:nvPr>
            <p:ph idx="1"/>
          </p:nvPr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1005"/>
            <a:ext cx="10633710" cy="4541520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z="3200" smtClean="0">
                <a:latin typeface="Times New Roman" panose="02020603050405020304" charset="0"/>
                <a:cs typeface="Times New Roman" panose="02020603050405020304" charset="0"/>
              </a:rPr>
            </a:fld>
            <a:endParaRPr lang="en-US" sz="3200" smtClean="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Use-Case Diagram</a:t>
            </a:r>
            <a:endParaRPr lang="en-US"/>
          </a:p>
        </p:txBody>
      </p:sp>
      <p:pic>
        <p:nvPicPr>
          <p:cNvPr id="4" name="Content Placeholder 3" descr="USECASE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119245" y="1825625"/>
            <a:ext cx="3952240" cy="4351655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z="3200" smtClean="0">
                <a:latin typeface="Times New Roman" panose="02020603050405020304" charset="0"/>
                <a:cs typeface="Times New Roman" panose="02020603050405020304" charset="0"/>
              </a:rPr>
            </a:fld>
            <a:endParaRPr lang="en-US" sz="3200" smtClean="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Technologies Used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Frontend: HTML, CSS, JavaScript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Backend: PHP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Database: MySQL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z="3200" smtClean="0">
                <a:latin typeface="Times New Roman" panose="02020603050405020304" charset="0"/>
                <a:cs typeface="Times New Roman" panose="02020603050405020304" charset="0"/>
              </a:rPr>
            </a:fld>
            <a:endParaRPr lang="en-US" sz="3200" smtClean="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Recommendation System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Content-Based Filtering: Suggests similar movies based on genre, language, actors, etc.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Collaborative Filtering: Suggests based on user behavior and preferences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Algorithm: Cosine similarity and user ratings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z="3200" smtClean="0">
                <a:latin typeface="Times New Roman" panose="02020603050405020304" charset="0"/>
                <a:cs typeface="Times New Roman" panose="02020603050405020304" charset="0"/>
              </a:rPr>
            </a:fld>
            <a:endParaRPr lang="en-US" sz="3200" smtClean="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Demo Video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en-US"/>
          </a:p>
        </p:txBody>
      </p:sp>
      <p:pic>
        <p:nvPicPr>
          <p:cNvPr id="4" name="bandicam 2025-05-08 11-25-08-315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838200" y="1825625"/>
            <a:ext cx="10515600" cy="4351655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z="3200" smtClean="0">
                <a:latin typeface="Times New Roman" panose="02020603050405020304" charset="0"/>
                <a:cs typeface="Times New Roman" panose="02020603050405020304" charset="0"/>
              </a:rPr>
            </a:fld>
            <a:endParaRPr lang="en-US" sz="3200" smtClean="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Future Enhancements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algn="just">
              <a:lnSpc>
                <a:spcPct val="150000"/>
              </a:lnSpc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Create a dedicated Android and iOS application for wider reach.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lnSpc>
                <a:spcPct val="150000"/>
              </a:lnSpc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Allow users to download movies for offline viewing.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lnSpc>
                <a:spcPct val="150000"/>
              </a:lnSpc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Offer tiered plans with added benefits like early access or ad-free content.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pPr algn="just">
              <a:lnSpc>
                <a:spcPct val="150000"/>
              </a:lnSpc>
            </a:pP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Allow sharing watchlists and reviews on platforms like Instagram or Twitter. 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z="3200" smtClean="0">
                <a:latin typeface="Times New Roman" panose="02020603050405020304" charset="0"/>
                <a:cs typeface="Times New Roman" panose="02020603050405020304" charset="0"/>
              </a:rPr>
            </a:fld>
            <a:endParaRPr lang="en-US" sz="3200" smtClean="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Conclusion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MovieMagic addresses modern streaming demands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Combines personalization, accessibility, and interactivity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A step toward user-centric digital cinematography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1" algn="r"/>
            <a:fld id="{9B618960-8005-486C-9A75-10CB2AAC16F9}" type="slidenum">
              <a:rPr lang="en-US" sz="3200" smtClean="0">
                <a:latin typeface="Times New Roman" panose="02020603050405020304" charset="0"/>
                <a:cs typeface="Times New Roman" panose="02020603050405020304" charset="0"/>
              </a:rPr>
            </a:fld>
            <a:endParaRPr lang="en-US" sz="3200" smtClean="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16955"/>
          </a:xfrm>
        </p:spPr>
        <p:txBody>
          <a:bodyPr/>
          <a:p>
            <a:pPr algn="ctr"/>
            <a:r>
              <a:rPr lang="en-US"/>
              <a:t>THANK YOU</a:t>
            </a:r>
            <a:br>
              <a:rPr lang="en-US"/>
            </a:br>
            <a:r>
              <a:rPr lang="en-US"/>
              <a:t>ANY QUERIES? </a:t>
            </a:r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B618960-8005-486C-9A75-10CB2AAC16F9}" type="slidenum">
              <a:rPr lang="en-US" sz="3200" smtClean="0">
                <a:latin typeface="Times New Roman" panose="02020603050405020304" charset="0"/>
                <a:cs typeface="Times New Roman" panose="02020603050405020304" charset="0"/>
              </a:rPr>
            </a:fld>
            <a:endParaRPr lang="en-US" sz="3200" smtClean="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1976</Words>
  <Application>WPS Slides</Application>
  <PresentationFormat>Widescreen</PresentationFormat>
  <Paragraphs>93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1" baseType="lpstr">
      <vt:lpstr>Arial</vt:lpstr>
      <vt:lpstr>SimSun</vt:lpstr>
      <vt:lpstr>Wingdings</vt:lpstr>
      <vt:lpstr>Times New Roman</vt:lpstr>
      <vt:lpstr>Microsoft YaHei</vt:lpstr>
      <vt:lpstr>Arial Unicode MS</vt:lpstr>
      <vt:lpstr>Calibri Light</vt:lpstr>
      <vt:lpstr>Calibri</vt:lpstr>
      <vt:lpstr>Office Theme</vt:lpstr>
      <vt:lpstr>MovieMagic: The Streaming Aspect of Cinematgraphy</vt:lpstr>
      <vt:lpstr>Introduction</vt:lpstr>
      <vt:lpstr>Problem Statement</vt:lpstr>
      <vt:lpstr>Objectives</vt:lpstr>
      <vt:lpstr>PowerPoint 演示文稿</vt:lpstr>
      <vt:lpstr>Use-Case Diagram</vt:lpstr>
      <vt:lpstr>Technologies Used</vt:lpstr>
      <vt:lpstr>Recommendation System</vt:lpstr>
      <vt:lpstr>Demo Video</vt:lpstr>
      <vt:lpstr>Future Enhancements</vt:lpstr>
      <vt:lpstr>Conclusion</vt:lpstr>
      <vt:lpstr>THANK YOU ANY QUERIES?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MovieMagic: The Streaming Aspect of Cinematgraphy</dc:title>
  <dc:creator>rusha</dc:creator>
  <cp:lastModifiedBy>Rusha Manandhar</cp:lastModifiedBy>
  <cp:revision>3</cp:revision>
  <dcterms:created xsi:type="dcterms:W3CDTF">2025-05-16T21:01:00Z</dcterms:created>
  <dcterms:modified xsi:type="dcterms:W3CDTF">2025-05-17T01:56:06Z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FD7A4E8E146F41A7A0B4F99DF746B18C_11</vt:lpwstr>
  </property>
  <property fmtid="{D5CDD505-2E9C-101B-9397-08002B2CF9AE}" pid="3" name="KSOProductBuildVer">
    <vt:lpwstr>1033-12.2.0.20795</vt:lpwstr>
  </property>
</Properties>
</file>